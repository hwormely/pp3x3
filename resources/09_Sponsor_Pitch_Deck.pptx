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27A4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Honoring a Pasadena Mentor   ·   Family · Community   ·   The Pervis Polk Cup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502920" y="22860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STATE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02920" y="32918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dirty="0">
                <a:solidFill>
                  <a:srgbClr val="927A43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OF 3X3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54864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2026 · SPONSORSHIP PROSPECTUS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5257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6C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50 teams · two days · Aug 15–16 · Blair High School, Pasadena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PERVIS POLK </a:t>
            </a:r>
            <a:pPr algn="l" indent="0" marL="0">
              <a:buNone/>
            </a:pPr>
            <a:r>
              <a:rPr lang="en-US" sz="1100" spc="100" kern="0" dirty="0">
                <a:solidFill>
                  <a:srgbClr val="927A4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CUP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2326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PERVIS POLK MEMORIAL 3x3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0" y="25603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27A4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WHY WE PLAY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2560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27A4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11274552" cy="0"/>
          </a:xfrm>
          <a:prstGeom prst="line">
            <a:avLst/>
          </a:prstGeom>
          <a:noFill/>
          <a:ln w="9525">
            <a:solidFill>
              <a:srgbClr val="C9C6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3261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Honoring Pervis. Building a tradition.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2326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Pervis Polk spent his life pouring into Pasadena athletes — the mentor who showed up, who believed in kids first, and who taught that how you carry yourself matters as much as how you compete.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326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This Olympic-style 3x3 tournament carries his name and his standard. In its new form it runs two full days and fields 50 teams — bigger reach, more games, more good done.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06640" y="1828800"/>
            <a:ext cx="4297680" cy="3017520"/>
          </a:xfrm>
          <a:prstGeom prst="rect">
            <a:avLst/>
          </a:prstGeom>
          <a:solidFill>
            <a:srgbClr val="E4E2DA"/>
          </a:solidFill>
          <a:ln w="25400">
            <a:solidFill>
              <a:srgbClr val="927A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27A4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 THIS DECK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80960" y="246888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326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1.  The Event — two days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326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2.  Where It Goes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326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3.  Why Sponsor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326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4.  Sponsorship Tiers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326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5.  The Numbers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326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6.  The Two-Day Run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326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7.  Partner With Us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2326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PERVIS POLK </a:t>
            </a:r>
            <a:pPr algn="l" indent="0" marL="0">
              <a:buNone/>
            </a:pPr>
            <a:r>
              <a:rPr lang="en-US" sz="1100" spc="100" kern="0" dirty="0">
                <a:solidFill>
                  <a:srgbClr val="927A4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CUP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638251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AEAEA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FAMILY · COMMUNITY · COMPETITION   |   BLAIR HIGH SCHOOL, PASADENA · AUG 15–16,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2326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PERVIS POLK MEMORIAL 3x3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0" y="25603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27A4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EVENT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2560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27A4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11274552" cy="0"/>
          </a:xfrm>
          <a:prstGeom prst="line">
            <a:avLst/>
          </a:prstGeom>
          <a:noFill/>
          <a:ln w="9525">
            <a:solidFill>
              <a:srgbClr val="C9C6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3261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event — now two days.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5204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6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6596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33B7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50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927A4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TEAMS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34290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26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full Olympic-style 3x3 field across four courts.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51960" y="1828800"/>
            <a:ext cx="35204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6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196596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33B7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4251960" y="30175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927A4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DAYS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80560" y="34290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26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Saturday &amp; Sunday, August 15–16, 2026.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1828800"/>
            <a:ext cx="35204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6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196596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33B7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4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8046720" y="30175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927A4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COURTS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75320" y="34290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26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Courts 1–4, four referees, continuous play.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326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Day 1 (Sat) — pool play: 10 pools of 5, full round-robin, 4 guaranteed games per team. Day 2 (Sun) — three brackets: Championship, Consolation, and Community pods, finishing with a championship final and awards.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2326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PERVIS POLK </a:t>
            </a:r>
            <a:pPr algn="l" indent="0" marL="0">
              <a:buNone/>
            </a:pPr>
            <a:r>
              <a:rPr lang="en-US" sz="1100" spc="100" kern="0" dirty="0">
                <a:solidFill>
                  <a:srgbClr val="927A4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CUP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638251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AEAEA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FAMILY · COMMUNITY · COMPETITION   |   BLAIR HIGH SCHOOL, PASADENA · AUG 15–16,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2326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PERVIS POLK MEMORIAL 3x3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0" y="25603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27A4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WHERE IT GOES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2560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27A4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11274552" cy="0"/>
          </a:xfrm>
          <a:prstGeom prst="line">
            <a:avLst/>
          </a:prstGeom>
          <a:noFill/>
          <a:ln w="9525">
            <a:solidFill>
              <a:srgbClr val="C9C6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3261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Where the money goes.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326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Three Pasadena schools receive $1,000 each. John Muir — Pervis's alma mater — puts its $1,000 into a scholarship fund in his name.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3520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27A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5176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6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BLAIR HIGH SCHOOL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33B7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$1,000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85800" y="40690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26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Host site &amp; athletics support.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2468880"/>
            <a:ext cx="3520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27A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265176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6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PASADENA POLY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51960" y="333756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33B7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$1,000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480560" y="40690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26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Community athletics partner.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2468880"/>
            <a:ext cx="3520440" cy="2377440"/>
          </a:xfrm>
          <a:prstGeom prst="rect">
            <a:avLst/>
          </a:prstGeom>
          <a:solidFill>
            <a:srgbClr val="FFFFFF"/>
          </a:solidFill>
          <a:ln w="38100">
            <a:solidFill>
              <a:srgbClr val="927A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265176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6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JOHN MUIR HIGH SCHOOL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46720" y="333756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33B7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$1,000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8275320" y="40690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26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Pervis's alma mater — seeds a student scholarship fund.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120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927A4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$3,000 to local schools — plus a $3,000 prize pool back to the players.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2326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PERVIS POLK </a:t>
            </a:r>
            <a:pPr algn="l" indent="0" marL="0">
              <a:buNone/>
            </a:pPr>
            <a:r>
              <a:rPr lang="en-US" sz="1100" spc="100" kern="0" dirty="0">
                <a:solidFill>
                  <a:srgbClr val="927A4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CUP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638251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AEAEA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FAMILY · COMMUNITY · COMPETITION   |   BLAIR HIGH SCHOOL, PASADENA · AUG 15–16,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2326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PERVIS POLK MEMORIAL 3x3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0" y="25603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27A4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WHY SPONSOR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2560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27A4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11274552" cy="0"/>
          </a:xfrm>
          <a:prstGeom prst="line">
            <a:avLst/>
          </a:prstGeom>
          <a:noFill/>
          <a:ln w="9525">
            <a:solidFill>
              <a:srgbClr val="C9C6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3261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Why sponsor.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486400" cy="1600200"/>
          </a:xfrm>
          <a:prstGeom prst="rect">
            <a:avLst/>
          </a:prstGeom>
          <a:solidFill>
            <a:srgbClr val="E4E2DA"/>
          </a:solidFill>
          <a:ln w="12700">
            <a:solidFill>
              <a:srgbClr val="C9C6B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109728" cy="1600200"/>
          </a:xfrm>
          <a:prstGeom prst="rect">
            <a:avLst/>
          </a:prstGeom>
          <a:solidFill>
            <a:srgbClr val="927A4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9339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6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 weekend, not a moment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2450592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26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Two days of play means two days of eyeballs — 50 teams, families, and fans across Saturday and Sunday.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5486400" cy="1600200"/>
          </a:xfrm>
          <a:prstGeom prst="rect">
            <a:avLst/>
          </a:prstGeom>
          <a:solidFill>
            <a:srgbClr val="E4E2DA"/>
          </a:solidFill>
          <a:ln w="12700">
            <a:solidFill>
              <a:srgbClr val="C9C6B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828800"/>
            <a:ext cx="109728" cy="1600200"/>
          </a:xfrm>
          <a:prstGeom prst="rect">
            <a:avLst/>
          </a:prstGeom>
          <a:solidFill>
            <a:srgbClr val="927A43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99339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6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Local &amp; legible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450592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26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 dollar visibly lands in Pasadena: three schools, a scholarship, and a $3,000 prize pool.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5486400" cy="1600200"/>
          </a:xfrm>
          <a:prstGeom prst="rect">
            <a:avLst/>
          </a:prstGeom>
          <a:solidFill>
            <a:srgbClr val="E4E2DA"/>
          </a:solidFill>
          <a:ln w="12700">
            <a:solidFill>
              <a:srgbClr val="C9C6B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657600"/>
            <a:ext cx="109728" cy="1600200"/>
          </a:xfrm>
          <a:prstGeom prst="rect">
            <a:avLst/>
          </a:prstGeom>
          <a:solidFill>
            <a:srgbClr val="927A4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2219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6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 name worth standing next to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7240" y="4279392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26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Pervis Polk's legacy is mentorship and character — exactly the story good sponsors want to share.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657600"/>
            <a:ext cx="5486400" cy="1600200"/>
          </a:xfrm>
          <a:prstGeom prst="rect">
            <a:avLst/>
          </a:prstGeom>
          <a:solidFill>
            <a:srgbClr val="E4E2DA"/>
          </a:solidFill>
          <a:ln w="12700">
            <a:solidFill>
              <a:srgbClr val="C9C6B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3657600"/>
            <a:ext cx="109728" cy="1600200"/>
          </a:xfrm>
          <a:prstGeom prst="rect">
            <a:avLst/>
          </a:prstGeom>
          <a:solidFill>
            <a:srgbClr val="927A43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82219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6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Built to grow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37960" y="4279392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26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This is the inaugural two-day field. Founding sponsors anchor the tradition from year one.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2326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PERVIS POLK </a:t>
            </a:r>
            <a:pPr algn="l" indent="0" marL="0">
              <a:buNone/>
            </a:pPr>
            <a:r>
              <a:rPr lang="en-US" sz="1100" spc="100" kern="0" dirty="0">
                <a:solidFill>
                  <a:srgbClr val="927A4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CUP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638251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AEAEA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FAMILY · COMMUNITY · COMPETITION   |   BLAIR HIGH SCHOOL, PASADENA · AUG 15–16,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2326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PERVIS POLK MEMORIAL 3x3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0" y="25603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27A4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SPONSORSHIP TIERS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2560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27A4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11274552" cy="0"/>
          </a:xfrm>
          <a:prstGeom prst="line">
            <a:avLst/>
          </a:prstGeom>
          <a:noFill/>
          <a:ln w="9525">
            <a:solidFill>
              <a:srgbClr val="C9C6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3261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Sponsorship tiers.</a:t>
            </a:r>
            <a:endParaRPr lang="en-US" sz="4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725119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TIER</a:t>
                      </a:r>
                      <a:endParaRPr lang="en-US" sz="13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6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GIFT</a:t>
                      </a:r>
                      <a:endParaRPr lang="en-US" sz="13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6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WHAT YOU GET</a:t>
                      </a:r>
                      <a:endParaRPr lang="en-US" sz="13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61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6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Champion</a:t>
                      </a:r>
                      <a:endParaRPr lang="en-US" sz="14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6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$1,000</a:t>
                      </a:r>
                      <a:endParaRPr lang="en-US" sz="14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6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Top banner, PA call-outs both days, logo on jerseys &amp; all signage, awards-table presence.</a:t>
                      </a:r>
                      <a:endParaRPr lang="en-US" sz="14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6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Runner-Up</a:t>
                      </a:r>
                      <a:endParaRPr lang="en-US" sz="14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6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$500</a:t>
                      </a:r>
                      <a:endParaRPr lang="en-US" sz="14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6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Court signage, PA recognition, logo on the event banner and program.</a:t>
                      </a:r>
                      <a:endParaRPr lang="en-US" sz="14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6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Community</a:t>
                      </a:r>
                      <a:endParaRPr lang="en-US" sz="14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6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$350</a:t>
                      </a:r>
                      <a:endParaRPr lang="en-US" sz="14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6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Logo on the banner &amp; program, social shout-outs across the weekend.</a:t>
                      </a:r>
                      <a:endParaRPr lang="en-US" sz="14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6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Friend</a:t>
                      </a:r>
                      <a:endParaRPr lang="en-US" sz="14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6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$150</a:t>
                      </a:r>
                      <a:endParaRPr lang="en-US" sz="14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6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Name on the supporters board and in the program.</a:t>
                      </a:r>
                      <a:endParaRPr lang="en-US" sz="14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6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In-Kind</a:t>
                      </a:r>
                      <a:endParaRPr lang="en-US" sz="14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6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Goods / Services</a:t>
                      </a:r>
                      <a:endParaRPr lang="en-US" sz="14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6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Water, food, printing, jerseys, prizes — recognized at the matching cash tier.</a:t>
                      </a:r>
                      <a:endParaRPr lang="en-US" sz="14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2326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PERVIS POLK </a:t>
            </a:r>
            <a:pPr algn="l" indent="0" marL="0">
              <a:buNone/>
            </a:pPr>
            <a:r>
              <a:rPr lang="en-US" sz="1100" spc="100" kern="0" dirty="0">
                <a:solidFill>
                  <a:srgbClr val="927A4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CUP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0" y="638251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AEAEA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FAMILY · COMMUNITY · COMPETITION   |   BLAIR HIGH SCHOOL, PASADENA · AUG 15–16,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2326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PERVIS POLK MEMORIAL 3x3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0" y="25603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27A4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NUMBERS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2560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27A4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11274552" cy="0"/>
          </a:xfrm>
          <a:prstGeom prst="line">
            <a:avLst/>
          </a:prstGeom>
          <a:noFill/>
          <a:ln w="9525">
            <a:solidFill>
              <a:srgbClr val="C9C6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3261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numbers.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3B7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50 teams × $250 entry = $12,500 raised.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32918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LINE</a:t>
                      </a:r>
                      <a:endParaRPr lang="en-US" sz="12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6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AMOUNT</a:t>
                      </a:r>
                      <a:endParaRPr lang="en-US" sz="12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6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Oswald" pitchFamily="34" charset="0"/>
                          <a:ea typeface="Oswald" pitchFamily="34" charset="-122"/>
                          <a:cs typeface="Oswald" pitchFamily="34" charset="-120"/>
                        </a:rPr>
                        <a:t>DETAIL</a:t>
                      </a:r>
                      <a:endParaRPr lang="en-US" sz="1200" dirty="0">
                        <a:latin typeface="Oswald" charset="0"/>
                        <a:ea typeface="Oswald" charset="0"/>
                        <a:cs typeface="Oswal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6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326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Donation to schools</a:t>
                      </a:r>
                      <a:endParaRPr lang="en-US" sz="13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326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$3,000</a:t>
                      </a:r>
                      <a:endParaRPr lang="en-US" sz="13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326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Blair, Pasadena Poly, John Muir — $1,000 each (Muir = scholarship).</a:t>
                      </a:r>
                      <a:endParaRPr lang="en-US" sz="13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326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Operations</a:t>
                      </a:r>
                      <a:endParaRPr lang="en-US" sz="13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326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$2,000</a:t>
                      </a:r>
                      <a:endParaRPr lang="en-US" sz="13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326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Courts, refs, insurance, water, first-aid, signage, PA.</a:t>
                      </a:r>
                      <a:endParaRPr lang="en-US" sz="13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326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Jerseys</a:t>
                      </a:r>
                      <a:endParaRPr lang="en-US" sz="13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326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$1,500</a:t>
                      </a:r>
                      <a:endParaRPr lang="en-US" sz="13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326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Team jerseys for the full 50-team field.</a:t>
                      </a:r>
                      <a:endParaRPr lang="en-US" sz="13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326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Prize pool</a:t>
                      </a:r>
                      <a:endParaRPr lang="en-US" sz="13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326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$3,000</a:t>
                      </a:r>
                      <a:endParaRPr lang="en-US" sz="13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326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Paid back to the players (see split below).</a:t>
                      </a:r>
                      <a:endParaRPr lang="en-US" sz="13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326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Committee profit</a:t>
                      </a:r>
                      <a:endParaRPr lang="en-US" sz="13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326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$3,000</a:t>
                      </a:r>
                      <a:endParaRPr lang="en-US" sz="13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326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Seeds next year's tournament — the PP3x3 committee.</a:t>
                      </a:r>
                      <a:endParaRPr lang="en-US" sz="13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326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TOTAL RAISED</a:t>
                      </a:r>
                      <a:endParaRPr lang="en-US" sz="13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326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$12,500</a:t>
                      </a:r>
                      <a:endParaRPr lang="en-US" sz="13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3261F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50 teams × $250 entry.</a:t>
                      </a:r>
                      <a:endParaRPr lang="en-US" sz="13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CE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680960" y="2286000"/>
            <a:ext cx="4023360" cy="2743200"/>
          </a:xfrm>
          <a:prstGeom prst="rect">
            <a:avLst/>
          </a:prstGeom>
          <a:solidFill>
            <a:srgbClr val="262922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27A4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PRIZE SPLIT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863840" y="297180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Champion        $1,350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Runner-Up        $750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3rd Place          $450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Consolation      $450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86384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D6C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$3,000 total prize pool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2326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PERVIS POLK </a:t>
            </a:r>
            <a:pPr algn="l" indent="0" marL="0">
              <a:buNone/>
            </a:pPr>
            <a:r>
              <a:rPr lang="en-US" sz="1100" spc="100" kern="0" dirty="0">
                <a:solidFill>
                  <a:srgbClr val="927A4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CUP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0" y="638251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AEAEA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FAMILY · COMMUNITY · COMPETITION   |   BLAIR HIGH SCHOOL, PASADENA · AUG 15–16,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2326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PERVIS POLK MEMORIAL 3x3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0" y="25603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27A4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TWO-DAY RUN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2560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27A4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11274552" cy="0"/>
          </a:xfrm>
          <a:prstGeom prst="line">
            <a:avLst/>
          </a:prstGeom>
          <a:noFill/>
          <a:ln w="9525">
            <a:solidFill>
              <a:srgbClr val="C9C6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3261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two-day run.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48640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33B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11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33B7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DAY 1 · SATURDAY, AUG 15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51206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326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8:30a  Welcome + Pervis Polk tribute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326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8:30a  Pool play begins (10 pools of 5)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326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All day  Full round-robin, 4 games/team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326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20-min slots across Courts 1–4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326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5:00p  Standings locked, brackets seeded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5352" y="1828800"/>
            <a:ext cx="548640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927A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2011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927A4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DAY 2 · SUNDAY, AUG 16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28232" y="2514600"/>
            <a:ext cx="51206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326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9:00a  Three brackets tip off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326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Championship (1–16) · Consolation (17–32)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326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Community pods (33–50) — fun format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326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~2:00p  Championship final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3261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2:00p+  Awards, checks &amp; scholarship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23261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PERVIS POLK </a:t>
            </a:r>
            <a:pPr algn="l" indent="0" marL="0">
              <a:buNone/>
            </a:pPr>
            <a:r>
              <a:rPr lang="en-US" sz="1100" spc="100" kern="0" dirty="0">
                <a:solidFill>
                  <a:srgbClr val="927A4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CUP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638251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AEAEA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FAMILY · COMMUNITY · COMPETITION   |   BLAIR HIGH SCHOOL, PASADENA · AUG 15–16,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62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Stand with us.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D8D6C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50 teams. Two days. $12,500 raised — $3,000 straight to Pasadena schools and a scholarship in Pervis's name.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0"/>
            <a:ext cx="6400800" cy="1188720"/>
          </a:xfrm>
          <a:prstGeom prst="rect">
            <a:avLst/>
          </a:prstGeom>
          <a:solidFill>
            <a:srgbClr val="927A4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97764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Become a founding sponsor.
</a:t>
            </a:r>
            <a:endParaRPr lang="en-US" sz="18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pp3x3cup@gmail.com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27A4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PERVIS POLK MEMORIAL 3x3  ·  AUGUST 15–16, 2026  ·  BLAIR HIGH SCHOOL, PASADENA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PERVIS POLK </a:t>
            </a:r>
            <a:pPr algn="l" indent="0" marL="0">
              <a:buNone/>
            </a:pPr>
            <a:r>
              <a:rPr lang="en-US" sz="1100" spc="100" kern="0" dirty="0">
                <a:solidFill>
                  <a:srgbClr val="927A4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CUP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2026-06-22T22:12:25Z</dcterms:created>
  <dcterms:modified xsi:type="dcterms:W3CDTF">2026-06-22T22:12:25Z</dcterms:modified>
</cp:coreProperties>
</file>